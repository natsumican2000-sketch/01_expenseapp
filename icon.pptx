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4873625" cy="487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198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522" y="797605"/>
            <a:ext cx="4142581" cy="1696744"/>
          </a:xfrm>
        </p:spPr>
        <p:txBody>
          <a:bodyPr anchor="b"/>
          <a:lstStyle>
            <a:lvl1pPr algn="ctr">
              <a:defRPr sz="31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203" y="2559782"/>
            <a:ext cx="3655219" cy="1176664"/>
          </a:xfrm>
        </p:spPr>
        <p:txBody>
          <a:bodyPr/>
          <a:lstStyle>
            <a:lvl1pPr marL="0" indent="0" algn="ctr">
              <a:buNone/>
              <a:defRPr sz="1279"/>
            </a:lvl1pPr>
            <a:lvl2pPr marL="243688" indent="0" algn="ctr">
              <a:buNone/>
              <a:defRPr sz="1066"/>
            </a:lvl2pPr>
            <a:lvl3pPr marL="487375" indent="0" algn="ctr">
              <a:buNone/>
              <a:defRPr sz="959"/>
            </a:lvl3pPr>
            <a:lvl4pPr marL="731063" indent="0" algn="ctr">
              <a:buNone/>
              <a:defRPr sz="853"/>
            </a:lvl4pPr>
            <a:lvl5pPr marL="974750" indent="0" algn="ctr">
              <a:buNone/>
              <a:defRPr sz="853"/>
            </a:lvl5pPr>
            <a:lvl6pPr marL="1218438" indent="0" algn="ctr">
              <a:buNone/>
              <a:defRPr sz="853"/>
            </a:lvl6pPr>
            <a:lvl7pPr marL="1462126" indent="0" algn="ctr">
              <a:buNone/>
              <a:defRPr sz="853"/>
            </a:lvl7pPr>
            <a:lvl8pPr marL="1705813" indent="0" algn="ctr">
              <a:buNone/>
              <a:defRPr sz="853"/>
            </a:lvl8pPr>
            <a:lvl9pPr marL="1949501" indent="0" algn="ctr">
              <a:buNone/>
              <a:defRPr sz="85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352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96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2523" y="1215023"/>
            <a:ext cx="4203502" cy="2027292"/>
          </a:xfrm>
        </p:spPr>
        <p:txBody>
          <a:bodyPr anchor="b"/>
          <a:lstStyle>
            <a:lvl1pPr>
              <a:defRPr sz="31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2523" y="3261495"/>
            <a:ext cx="4203502" cy="1066105"/>
          </a:xfrm>
        </p:spPr>
        <p:txBody>
          <a:bodyPr/>
          <a:lstStyle>
            <a:lvl1pPr marL="0" indent="0">
              <a:buNone/>
              <a:defRPr sz="1279">
                <a:solidFill>
                  <a:schemeClr val="tx1">
                    <a:tint val="82000"/>
                  </a:schemeClr>
                </a:solidFill>
              </a:defRPr>
            </a:lvl1pPr>
            <a:lvl2pPr marL="243688" indent="0">
              <a:buNone/>
              <a:defRPr sz="1066">
                <a:solidFill>
                  <a:schemeClr val="tx1">
                    <a:tint val="82000"/>
                  </a:schemeClr>
                </a:solidFill>
              </a:defRPr>
            </a:lvl2pPr>
            <a:lvl3pPr marL="487375" indent="0">
              <a:buNone/>
              <a:defRPr sz="959">
                <a:solidFill>
                  <a:schemeClr val="tx1">
                    <a:tint val="82000"/>
                  </a:schemeClr>
                </a:solidFill>
              </a:defRPr>
            </a:lvl3pPr>
            <a:lvl4pPr marL="73106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4pPr>
            <a:lvl5pPr marL="974750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5pPr>
            <a:lvl6pPr marL="1218438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6pPr>
            <a:lvl7pPr marL="1462126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7pPr>
            <a:lvl8pPr marL="170581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8pPr>
            <a:lvl9pPr marL="1949501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56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5062" y="1297377"/>
            <a:ext cx="2071291" cy="30922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67272" y="1297377"/>
            <a:ext cx="2071291" cy="30922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327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259476"/>
            <a:ext cx="4203502" cy="94200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697" y="1194715"/>
            <a:ext cx="2061771" cy="585512"/>
          </a:xfrm>
        </p:spPr>
        <p:txBody>
          <a:bodyPr anchor="b"/>
          <a:lstStyle>
            <a:lvl1pPr marL="0" indent="0">
              <a:buNone/>
              <a:defRPr sz="1279" b="1"/>
            </a:lvl1pPr>
            <a:lvl2pPr marL="243688" indent="0">
              <a:buNone/>
              <a:defRPr sz="1066" b="1"/>
            </a:lvl2pPr>
            <a:lvl3pPr marL="487375" indent="0">
              <a:buNone/>
              <a:defRPr sz="959" b="1"/>
            </a:lvl3pPr>
            <a:lvl4pPr marL="731063" indent="0">
              <a:buNone/>
              <a:defRPr sz="853" b="1"/>
            </a:lvl4pPr>
            <a:lvl5pPr marL="974750" indent="0">
              <a:buNone/>
              <a:defRPr sz="853" b="1"/>
            </a:lvl5pPr>
            <a:lvl6pPr marL="1218438" indent="0">
              <a:buNone/>
              <a:defRPr sz="853" b="1"/>
            </a:lvl6pPr>
            <a:lvl7pPr marL="1462126" indent="0">
              <a:buNone/>
              <a:defRPr sz="853" b="1"/>
            </a:lvl7pPr>
            <a:lvl8pPr marL="1705813" indent="0">
              <a:buNone/>
              <a:defRPr sz="853" b="1"/>
            </a:lvl8pPr>
            <a:lvl9pPr marL="1949501" indent="0">
              <a:buNone/>
              <a:defRPr sz="85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5697" y="1780227"/>
            <a:ext cx="2061771" cy="26184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67273" y="1194715"/>
            <a:ext cx="2071925" cy="585512"/>
          </a:xfrm>
        </p:spPr>
        <p:txBody>
          <a:bodyPr anchor="b"/>
          <a:lstStyle>
            <a:lvl1pPr marL="0" indent="0">
              <a:buNone/>
              <a:defRPr sz="1279" b="1"/>
            </a:lvl1pPr>
            <a:lvl2pPr marL="243688" indent="0">
              <a:buNone/>
              <a:defRPr sz="1066" b="1"/>
            </a:lvl2pPr>
            <a:lvl3pPr marL="487375" indent="0">
              <a:buNone/>
              <a:defRPr sz="959" b="1"/>
            </a:lvl3pPr>
            <a:lvl4pPr marL="731063" indent="0">
              <a:buNone/>
              <a:defRPr sz="853" b="1"/>
            </a:lvl4pPr>
            <a:lvl5pPr marL="974750" indent="0">
              <a:buNone/>
              <a:defRPr sz="853" b="1"/>
            </a:lvl5pPr>
            <a:lvl6pPr marL="1218438" indent="0">
              <a:buNone/>
              <a:defRPr sz="853" b="1"/>
            </a:lvl6pPr>
            <a:lvl7pPr marL="1462126" indent="0">
              <a:buNone/>
              <a:defRPr sz="853" b="1"/>
            </a:lvl7pPr>
            <a:lvl8pPr marL="1705813" indent="0">
              <a:buNone/>
              <a:defRPr sz="853" b="1"/>
            </a:lvl8pPr>
            <a:lvl9pPr marL="1949501" indent="0">
              <a:buNone/>
              <a:defRPr sz="85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67273" y="1780227"/>
            <a:ext cx="2071925" cy="26184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050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8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228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324908"/>
            <a:ext cx="1571871" cy="1137179"/>
          </a:xfrm>
        </p:spPr>
        <p:txBody>
          <a:bodyPr anchor="b"/>
          <a:lstStyle>
            <a:lvl1pPr>
              <a:defRPr sz="170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1925" y="701713"/>
            <a:ext cx="2467273" cy="3463433"/>
          </a:xfrm>
        </p:spPr>
        <p:txBody>
          <a:bodyPr/>
          <a:lstStyle>
            <a:lvl1pPr>
              <a:defRPr sz="1706"/>
            </a:lvl1pPr>
            <a:lvl2pPr>
              <a:defRPr sz="1492"/>
            </a:lvl2pPr>
            <a:lvl3pPr>
              <a:defRPr sz="1279"/>
            </a:lvl3pPr>
            <a:lvl4pPr>
              <a:defRPr sz="1066"/>
            </a:lvl4pPr>
            <a:lvl5pPr>
              <a:defRPr sz="1066"/>
            </a:lvl5pPr>
            <a:lvl6pPr>
              <a:defRPr sz="1066"/>
            </a:lvl6pPr>
            <a:lvl7pPr>
              <a:defRPr sz="1066"/>
            </a:lvl7pPr>
            <a:lvl8pPr>
              <a:defRPr sz="1066"/>
            </a:lvl8pPr>
            <a:lvl9pPr>
              <a:defRPr sz="1066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696" y="1462087"/>
            <a:ext cx="1571871" cy="2708698"/>
          </a:xfrm>
        </p:spPr>
        <p:txBody>
          <a:bodyPr/>
          <a:lstStyle>
            <a:lvl1pPr marL="0" indent="0">
              <a:buNone/>
              <a:defRPr sz="853"/>
            </a:lvl1pPr>
            <a:lvl2pPr marL="243688" indent="0">
              <a:buNone/>
              <a:defRPr sz="746"/>
            </a:lvl2pPr>
            <a:lvl3pPr marL="487375" indent="0">
              <a:buNone/>
              <a:defRPr sz="640"/>
            </a:lvl3pPr>
            <a:lvl4pPr marL="731063" indent="0">
              <a:buNone/>
              <a:defRPr sz="533"/>
            </a:lvl4pPr>
            <a:lvl5pPr marL="974750" indent="0">
              <a:buNone/>
              <a:defRPr sz="533"/>
            </a:lvl5pPr>
            <a:lvl6pPr marL="1218438" indent="0">
              <a:buNone/>
              <a:defRPr sz="533"/>
            </a:lvl6pPr>
            <a:lvl7pPr marL="1462126" indent="0">
              <a:buNone/>
              <a:defRPr sz="533"/>
            </a:lvl7pPr>
            <a:lvl8pPr marL="1705813" indent="0">
              <a:buNone/>
              <a:defRPr sz="533"/>
            </a:lvl8pPr>
            <a:lvl9pPr marL="1949501" indent="0">
              <a:buNone/>
              <a:defRPr sz="5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47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324908"/>
            <a:ext cx="1571871" cy="1137179"/>
          </a:xfrm>
        </p:spPr>
        <p:txBody>
          <a:bodyPr anchor="b"/>
          <a:lstStyle>
            <a:lvl1pPr>
              <a:defRPr sz="170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71925" y="701713"/>
            <a:ext cx="2467273" cy="3463433"/>
          </a:xfrm>
        </p:spPr>
        <p:txBody>
          <a:bodyPr anchor="t"/>
          <a:lstStyle>
            <a:lvl1pPr marL="0" indent="0">
              <a:buNone/>
              <a:defRPr sz="1706"/>
            </a:lvl1pPr>
            <a:lvl2pPr marL="243688" indent="0">
              <a:buNone/>
              <a:defRPr sz="1492"/>
            </a:lvl2pPr>
            <a:lvl3pPr marL="487375" indent="0">
              <a:buNone/>
              <a:defRPr sz="1279"/>
            </a:lvl3pPr>
            <a:lvl4pPr marL="731063" indent="0">
              <a:buNone/>
              <a:defRPr sz="1066"/>
            </a:lvl4pPr>
            <a:lvl5pPr marL="974750" indent="0">
              <a:buNone/>
              <a:defRPr sz="1066"/>
            </a:lvl5pPr>
            <a:lvl6pPr marL="1218438" indent="0">
              <a:buNone/>
              <a:defRPr sz="1066"/>
            </a:lvl6pPr>
            <a:lvl7pPr marL="1462126" indent="0">
              <a:buNone/>
              <a:defRPr sz="1066"/>
            </a:lvl7pPr>
            <a:lvl8pPr marL="1705813" indent="0">
              <a:buNone/>
              <a:defRPr sz="1066"/>
            </a:lvl8pPr>
            <a:lvl9pPr marL="1949501" indent="0">
              <a:buNone/>
              <a:defRPr sz="1066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696" y="1462087"/>
            <a:ext cx="1571871" cy="2708698"/>
          </a:xfrm>
        </p:spPr>
        <p:txBody>
          <a:bodyPr/>
          <a:lstStyle>
            <a:lvl1pPr marL="0" indent="0">
              <a:buNone/>
              <a:defRPr sz="853"/>
            </a:lvl1pPr>
            <a:lvl2pPr marL="243688" indent="0">
              <a:buNone/>
              <a:defRPr sz="746"/>
            </a:lvl2pPr>
            <a:lvl3pPr marL="487375" indent="0">
              <a:buNone/>
              <a:defRPr sz="640"/>
            </a:lvl3pPr>
            <a:lvl4pPr marL="731063" indent="0">
              <a:buNone/>
              <a:defRPr sz="533"/>
            </a:lvl4pPr>
            <a:lvl5pPr marL="974750" indent="0">
              <a:buNone/>
              <a:defRPr sz="533"/>
            </a:lvl5pPr>
            <a:lvl6pPr marL="1218438" indent="0">
              <a:buNone/>
              <a:defRPr sz="533"/>
            </a:lvl6pPr>
            <a:lvl7pPr marL="1462126" indent="0">
              <a:buNone/>
              <a:defRPr sz="533"/>
            </a:lvl7pPr>
            <a:lvl8pPr marL="1705813" indent="0">
              <a:buNone/>
              <a:defRPr sz="533"/>
            </a:lvl8pPr>
            <a:lvl9pPr marL="1949501" indent="0">
              <a:buNone/>
              <a:defRPr sz="5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36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49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487688" y="259475"/>
            <a:ext cx="1050875" cy="4130172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5062" y="259475"/>
            <a:ext cx="3091706" cy="4130172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544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5062" y="259476"/>
            <a:ext cx="4203502" cy="942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062" y="1297377"/>
            <a:ext cx="4203502" cy="30922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5062" y="4517130"/>
            <a:ext cx="1096566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4D114-5DA0-4D81-A177-E103B8E1CDA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14389" y="4517130"/>
            <a:ext cx="1644848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41997" y="4517130"/>
            <a:ext cx="1096566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737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87375" rtl="0" eaLnBrk="1" latinLnBrk="0" hangingPunct="1">
        <a:lnSpc>
          <a:spcPct val="90000"/>
        </a:lnSpc>
        <a:spcBef>
          <a:spcPct val="0"/>
        </a:spcBef>
        <a:buNone/>
        <a:defRPr sz="23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844" indent="-121844" algn="l" defTabSz="487375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2" kern="1200">
          <a:solidFill>
            <a:schemeClr val="tx1"/>
          </a:solidFill>
          <a:latin typeface="+mn-lt"/>
          <a:ea typeface="+mn-ea"/>
          <a:cs typeface="+mn-cs"/>
        </a:defRPr>
      </a:lvl1pPr>
      <a:lvl2pPr marL="365531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79" kern="1200">
          <a:solidFill>
            <a:schemeClr val="tx1"/>
          </a:solidFill>
          <a:latin typeface="+mn-lt"/>
          <a:ea typeface="+mn-ea"/>
          <a:cs typeface="+mn-cs"/>
        </a:defRPr>
      </a:lvl2pPr>
      <a:lvl3pPr marL="609219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6" kern="1200">
          <a:solidFill>
            <a:schemeClr val="tx1"/>
          </a:solidFill>
          <a:latin typeface="+mn-lt"/>
          <a:ea typeface="+mn-ea"/>
          <a:cs typeface="+mn-cs"/>
        </a:defRPr>
      </a:lvl3pPr>
      <a:lvl4pPr marL="852907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1096594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340282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583969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827657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2071345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1pPr>
      <a:lvl2pPr marL="243688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2pPr>
      <a:lvl3pPr marL="487375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3pPr>
      <a:lvl4pPr marL="731063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974750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218438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462126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705813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1949501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 descr="世界 枠線">
            <a:extLst>
              <a:ext uri="{FF2B5EF4-FFF2-40B4-BE49-F238E27FC236}">
                <a16:creationId xmlns:a16="http://schemas.microsoft.com/office/drawing/2014/main" id="{5BF9B50A-C064-F3D5-52E7-7D0FE1816B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73625" cy="4873625"/>
          </a:xfrm>
          <a:prstGeom prst="rect">
            <a:avLst/>
          </a:prstGeom>
        </p:spPr>
      </p:pic>
      <p:pic>
        <p:nvPicPr>
          <p:cNvPr id="7" name="グラフィックス 6" descr="ビットコイン 枠線">
            <a:extLst>
              <a:ext uri="{FF2B5EF4-FFF2-40B4-BE49-F238E27FC236}">
                <a16:creationId xmlns:a16="http://schemas.microsoft.com/office/drawing/2014/main" id="{11593FAA-B1B3-E910-39E9-3133F6CDC5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655" y="1496661"/>
            <a:ext cx="914400" cy="914400"/>
          </a:xfrm>
          <a:prstGeom prst="rect">
            <a:avLst/>
          </a:prstGeom>
        </p:spPr>
      </p:pic>
      <p:pic>
        <p:nvPicPr>
          <p:cNvPr id="9" name="グラフィックス 8" descr="ルピー 枠線">
            <a:extLst>
              <a:ext uri="{FF2B5EF4-FFF2-40B4-BE49-F238E27FC236}">
                <a16:creationId xmlns:a16="http://schemas.microsoft.com/office/drawing/2014/main" id="{8115C07D-D5E4-261F-9E2F-5FDC21D04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2444" y="1496661"/>
            <a:ext cx="914400" cy="914400"/>
          </a:xfrm>
          <a:prstGeom prst="rect">
            <a:avLst/>
          </a:prstGeom>
        </p:spPr>
      </p:pic>
      <p:pic>
        <p:nvPicPr>
          <p:cNvPr id="11" name="グラフィックス 10" descr="元 枠線">
            <a:extLst>
              <a:ext uri="{FF2B5EF4-FFF2-40B4-BE49-F238E27FC236}">
                <a16:creationId xmlns:a16="http://schemas.microsoft.com/office/drawing/2014/main" id="{2D2785DB-1326-8FF8-6F3C-4B6AD316B1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11655" y="2477427"/>
            <a:ext cx="914400" cy="914400"/>
          </a:xfrm>
          <a:prstGeom prst="rect">
            <a:avLst/>
          </a:prstGeom>
        </p:spPr>
      </p:pic>
      <p:pic>
        <p:nvPicPr>
          <p:cNvPr id="13" name="グラフィックス 12" descr="ユーロ 枠線">
            <a:extLst>
              <a:ext uri="{FF2B5EF4-FFF2-40B4-BE49-F238E27FC236}">
                <a16:creationId xmlns:a16="http://schemas.microsoft.com/office/drawing/2014/main" id="{AA0B6E0C-BD73-CB8A-F226-5328C673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1260" y="1496661"/>
            <a:ext cx="914400" cy="914400"/>
          </a:xfrm>
          <a:prstGeom prst="rect">
            <a:avLst/>
          </a:prstGeom>
        </p:spPr>
      </p:pic>
      <p:pic>
        <p:nvPicPr>
          <p:cNvPr id="15" name="グラフィックス 14" descr="ポンド 枠線">
            <a:extLst>
              <a:ext uri="{FF2B5EF4-FFF2-40B4-BE49-F238E27FC236}">
                <a16:creationId xmlns:a16="http://schemas.microsoft.com/office/drawing/2014/main" id="{60707003-67FE-4D6B-78E8-DD6C014115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92050" y="2477427"/>
            <a:ext cx="914400" cy="914400"/>
          </a:xfrm>
          <a:prstGeom prst="rect">
            <a:avLst/>
          </a:prstGeom>
        </p:spPr>
      </p:pic>
      <p:pic>
        <p:nvPicPr>
          <p:cNvPr id="17" name="グラフィックス 16" descr="ルーブル 枠線">
            <a:extLst>
              <a:ext uri="{FF2B5EF4-FFF2-40B4-BE49-F238E27FC236}">
                <a16:creationId xmlns:a16="http://schemas.microsoft.com/office/drawing/2014/main" id="{BC9E1D34-63EA-B655-4782-E2F070A7B6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1260" y="2477427"/>
            <a:ext cx="914400" cy="914400"/>
          </a:xfrm>
          <a:prstGeom prst="rect">
            <a:avLst/>
          </a:prstGeom>
        </p:spPr>
      </p:pic>
      <p:pic>
        <p:nvPicPr>
          <p:cNvPr id="19" name="グラフィックス 18" descr="ドル 枠線">
            <a:extLst>
              <a:ext uri="{FF2B5EF4-FFF2-40B4-BE49-F238E27FC236}">
                <a16:creationId xmlns:a16="http://schemas.microsoft.com/office/drawing/2014/main" id="{1E365885-8F24-BEC0-4060-664551AADB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72444" y="2477427"/>
            <a:ext cx="914400" cy="914400"/>
          </a:xfrm>
          <a:prstGeom prst="rect">
            <a:avLst/>
          </a:prstGeom>
        </p:spPr>
      </p:pic>
      <p:pic>
        <p:nvPicPr>
          <p:cNvPr id="21" name="グラフィックス 20" descr="セント 枠線">
            <a:extLst>
              <a:ext uri="{FF2B5EF4-FFF2-40B4-BE49-F238E27FC236}">
                <a16:creationId xmlns:a16="http://schemas.microsoft.com/office/drawing/2014/main" id="{512A4A9D-9958-AE23-D30B-D9231E1016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2050" y="1496661"/>
            <a:ext cx="914400" cy="914400"/>
          </a:xfrm>
          <a:prstGeom prst="rect">
            <a:avLst/>
          </a:prstGeom>
        </p:spPr>
      </p:pic>
      <p:pic>
        <p:nvPicPr>
          <p:cNvPr id="23" name="グラフィックス 22" descr="離陸 単色塗りつぶし">
            <a:extLst>
              <a:ext uri="{FF2B5EF4-FFF2-40B4-BE49-F238E27FC236}">
                <a16:creationId xmlns:a16="http://schemas.microsoft.com/office/drawing/2014/main" id="{5DEE1017-A6F0-7EA0-2BA1-30CDFEB0A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b="31589"/>
          <a:stretch>
            <a:fillRect/>
          </a:stretch>
        </p:blipFill>
        <p:spPr>
          <a:xfrm rot="20512799">
            <a:off x="523180" y="185177"/>
            <a:ext cx="133662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603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</TotalTime>
  <Words>0</Words>
  <Application>Microsoft Office PowerPoint</Application>
  <PresentationFormat>ユーザー設定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Natsumi Masuda(増田　夏海)</dc:creator>
  <cp:lastModifiedBy>Natsumi Masuda(増田　夏海)</cp:lastModifiedBy>
  <cp:revision>1</cp:revision>
  <dcterms:created xsi:type="dcterms:W3CDTF">2026-09-21T05:26:16Z</dcterms:created>
  <dcterms:modified xsi:type="dcterms:W3CDTF">2026-09-21T06:02:24Z</dcterms:modified>
</cp:coreProperties>
</file>