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4873625" cy="487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887F"/>
    <a:srgbClr val="E4BD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365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522" y="797605"/>
            <a:ext cx="4142581" cy="1696744"/>
          </a:xfrm>
        </p:spPr>
        <p:txBody>
          <a:bodyPr anchor="b"/>
          <a:lstStyle>
            <a:lvl1pPr algn="ctr">
              <a:defRPr sz="319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203" y="2559782"/>
            <a:ext cx="3655219" cy="1176664"/>
          </a:xfrm>
        </p:spPr>
        <p:txBody>
          <a:bodyPr/>
          <a:lstStyle>
            <a:lvl1pPr marL="0" indent="0" algn="ctr">
              <a:buNone/>
              <a:defRPr sz="1279"/>
            </a:lvl1pPr>
            <a:lvl2pPr marL="243688" indent="0" algn="ctr">
              <a:buNone/>
              <a:defRPr sz="1066"/>
            </a:lvl2pPr>
            <a:lvl3pPr marL="487375" indent="0" algn="ctr">
              <a:buNone/>
              <a:defRPr sz="959"/>
            </a:lvl3pPr>
            <a:lvl4pPr marL="731063" indent="0" algn="ctr">
              <a:buNone/>
              <a:defRPr sz="853"/>
            </a:lvl4pPr>
            <a:lvl5pPr marL="974750" indent="0" algn="ctr">
              <a:buNone/>
              <a:defRPr sz="853"/>
            </a:lvl5pPr>
            <a:lvl6pPr marL="1218438" indent="0" algn="ctr">
              <a:buNone/>
              <a:defRPr sz="853"/>
            </a:lvl6pPr>
            <a:lvl7pPr marL="1462126" indent="0" algn="ctr">
              <a:buNone/>
              <a:defRPr sz="853"/>
            </a:lvl7pPr>
            <a:lvl8pPr marL="1705813" indent="0" algn="ctr">
              <a:buNone/>
              <a:defRPr sz="853"/>
            </a:lvl8pPr>
            <a:lvl9pPr marL="1949501" indent="0" algn="ctr">
              <a:buNone/>
              <a:defRPr sz="85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D114-5DA0-4D81-A177-E103B8E1CDA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72180-84B1-40DA-9025-A19C6E3E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352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D114-5DA0-4D81-A177-E103B8E1CDA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72180-84B1-40DA-9025-A19C6E3E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96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523" y="1215023"/>
            <a:ext cx="4203502" cy="2027292"/>
          </a:xfrm>
        </p:spPr>
        <p:txBody>
          <a:bodyPr anchor="b"/>
          <a:lstStyle>
            <a:lvl1pPr>
              <a:defRPr sz="319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2523" y="3261495"/>
            <a:ext cx="4203502" cy="1066105"/>
          </a:xfrm>
        </p:spPr>
        <p:txBody>
          <a:bodyPr/>
          <a:lstStyle>
            <a:lvl1pPr marL="0" indent="0">
              <a:buNone/>
              <a:defRPr sz="1279">
                <a:solidFill>
                  <a:schemeClr val="tx1">
                    <a:tint val="82000"/>
                  </a:schemeClr>
                </a:solidFill>
              </a:defRPr>
            </a:lvl1pPr>
            <a:lvl2pPr marL="243688" indent="0">
              <a:buNone/>
              <a:defRPr sz="1066">
                <a:solidFill>
                  <a:schemeClr val="tx1">
                    <a:tint val="82000"/>
                  </a:schemeClr>
                </a:solidFill>
              </a:defRPr>
            </a:lvl2pPr>
            <a:lvl3pPr marL="487375" indent="0">
              <a:buNone/>
              <a:defRPr sz="959">
                <a:solidFill>
                  <a:schemeClr val="tx1">
                    <a:tint val="82000"/>
                  </a:schemeClr>
                </a:solidFill>
              </a:defRPr>
            </a:lvl3pPr>
            <a:lvl4pPr marL="73106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4pPr>
            <a:lvl5pPr marL="974750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5pPr>
            <a:lvl6pPr marL="1218438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6pPr>
            <a:lvl7pPr marL="1462126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7pPr>
            <a:lvl8pPr marL="1705813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8pPr>
            <a:lvl9pPr marL="1949501" indent="0">
              <a:buNone/>
              <a:defRPr sz="8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D114-5DA0-4D81-A177-E103B8E1CDA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72180-84B1-40DA-9025-A19C6E3E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56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5062" y="1297377"/>
            <a:ext cx="2071291" cy="30922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67272" y="1297377"/>
            <a:ext cx="2071291" cy="309227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D114-5DA0-4D81-A177-E103B8E1CDA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72180-84B1-40DA-9025-A19C6E3E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27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96" y="259476"/>
            <a:ext cx="4203502" cy="94200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697" y="1194715"/>
            <a:ext cx="2061771" cy="585512"/>
          </a:xfrm>
        </p:spPr>
        <p:txBody>
          <a:bodyPr anchor="b"/>
          <a:lstStyle>
            <a:lvl1pPr marL="0" indent="0">
              <a:buNone/>
              <a:defRPr sz="1279" b="1"/>
            </a:lvl1pPr>
            <a:lvl2pPr marL="243688" indent="0">
              <a:buNone/>
              <a:defRPr sz="1066" b="1"/>
            </a:lvl2pPr>
            <a:lvl3pPr marL="487375" indent="0">
              <a:buNone/>
              <a:defRPr sz="959" b="1"/>
            </a:lvl3pPr>
            <a:lvl4pPr marL="731063" indent="0">
              <a:buNone/>
              <a:defRPr sz="853" b="1"/>
            </a:lvl4pPr>
            <a:lvl5pPr marL="974750" indent="0">
              <a:buNone/>
              <a:defRPr sz="853" b="1"/>
            </a:lvl5pPr>
            <a:lvl6pPr marL="1218438" indent="0">
              <a:buNone/>
              <a:defRPr sz="853" b="1"/>
            </a:lvl6pPr>
            <a:lvl7pPr marL="1462126" indent="0">
              <a:buNone/>
              <a:defRPr sz="853" b="1"/>
            </a:lvl7pPr>
            <a:lvl8pPr marL="1705813" indent="0">
              <a:buNone/>
              <a:defRPr sz="853" b="1"/>
            </a:lvl8pPr>
            <a:lvl9pPr marL="1949501" indent="0">
              <a:buNone/>
              <a:defRPr sz="85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5697" y="1780227"/>
            <a:ext cx="2061771" cy="261844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67273" y="1194715"/>
            <a:ext cx="2071925" cy="585512"/>
          </a:xfrm>
        </p:spPr>
        <p:txBody>
          <a:bodyPr anchor="b"/>
          <a:lstStyle>
            <a:lvl1pPr marL="0" indent="0">
              <a:buNone/>
              <a:defRPr sz="1279" b="1"/>
            </a:lvl1pPr>
            <a:lvl2pPr marL="243688" indent="0">
              <a:buNone/>
              <a:defRPr sz="1066" b="1"/>
            </a:lvl2pPr>
            <a:lvl3pPr marL="487375" indent="0">
              <a:buNone/>
              <a:defRPr sz="959" b="1"/>
            </a:lvl3pPr>
            <a:lvl4pPr marL="731063" indent="0">
              <a:buNone/>
              <a:defRPr sz="853" b="1"/>
            </a:lvl4pPr>
            <a:lvl5pPr marL="974750" indent="0">
              <a:buNone/>
              <a:defRPr sz="853" b="1"/>
            </a:lvl5pPr>
            <a:lvl6pPr marL="1218438" indent="0">
              <a:buNone/>
              <a:defRPr sz="853" b="1"/>
            </a:lvl6pPr>
            <a:lvl7pPr marL="1462126" indent="0">
              <a:buNone/>
              <a:defRPr sz="853" b="1"/>
            </a:lvl7pPr>
            <a:lvl8pPr marL="1705813" indent="0">
              <a:buNone/>
              <a:defRPr sz="853" b="1"/>
            </a:lvl8pPr>
            <a:lvl9pPr marL="1949501" indent="0">
              <a:buNone/>
              <a:defRPr sz="85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467273" y="1780227"/>
            <a:ext cx="2071925" cy="261844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D114-5DA0-4D81-A177-E103B8E1CDA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72180-84B1-40DA-9025-A19C6E3E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50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D114-5DA0-4D81-A177-E103B8E1CDA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72180-84B1-40DA-9025-A19C6E3E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18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D114-5DA0-4D81-A177-E103B8E1CDA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72180-84B1-40DA-9025-A19C6E3E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22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96" y="324908"/>
            <a:ext cx="1571871" cy="1137179"/>
          </a:xfrm>
        </p:spPr>
        <p:txBody>
          <a:bodyPr anchor="b"/>
          <a:lstStyle>
            <a:lvl1pPr>
              <a:defRPr sz="170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925" y="701713"/>
            <a:ext cx="2467273" cy="3463433"/>
          </a:xfrm>
        </p:spPr>
        <p:txBody>
          <a:bodyPr/>
          <a:lstStyle>
            <a:lvl1pPr>
              <a:defRPr sz="1706"/>
            </a:lvl1pPr>
            <a:lvl2pPr>
              <a:defRPr sz="1492"/>
            </a:lvl2pPr>
            <a:lvl3pPr>
              <a:defRPr sz="1279"/>
            </a:lvl3pPr>
            <a:lvl4pPr>
              <a:defRPr sz="1066"/>
            </a:lvl4pPr>
            <a:lvl5pPr>
              <a:defRPr sz="1066"/>
            </a:lvl5pPr>
            <a:lvl6pPr>
              <a:defRPr sz="1066"/>
            </a:lvl6pPr>
            <a:lvl7pPr>
              <a:defRPr sz="1066"/>
            </a:lvl7pPr>
            <a:lvl8pPr>
              <a:defRPr sz="1066"/>
            </a:lvl8pPr>
            <a:lvl9pPr>
              <a:defRPr sz="1066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696" y="1462087"/>
            <a:ext cx="1571871" cy="2708698"/>
          </a:xfrm>
        </p:spPr>
        <p:txBody>
          <a:bodyPr/>
          <a:lstStyle>
            <a:lvl1pPr marL="0" indent="0">
              <a:buNone/>
              <a:defRPr sz="853"/>
            </a:lvl1pPr>
            <a:lvl2pPr marL="243688" indent="0">
              <a:buNone/>
              <a:defRPr sz="746"/>
            </a:lvl2pPr>
            <a:lvl3pPr marL="487375" indent="0">
              <a:buNone/>
              <a:defRPr sz="640"/>
            </a:lvl3pPr>
            <a:lvl4pPr marL="731063" indent="0">
              <a:buNone/>
              <a:defRPr sz="533"/>
            </a:lvl4pPr>
            <a:lvl5pPr marL="974750" indent="0">
              <a:buNone/>
              <a:defRPr sz="533"/>
            </a:lvl5pPr>
            <a:lvl6pPr marL="1218438" indent="0">
              <a:buNone/>
              <a:defRPr sz="533"/>
            </a:lvl6pPr>
            <a:lvl7pPr marL="1462126" indent="0">
              <a:buNone/>
              <a:defRPr sz="533"/>
            </a:lvl7pPr>
            <a:lvl8pPr marL="1705813" indent="0">
              <a:buNone/>
              <a:defRPr sz="533"/>
            </a:lvl8pPr>
            <a:lvl9pPr marL="1949501" indent="0">
              <a:buNone/>
              <a:defRPr sz="5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D114-5DA0-4D81-A177-E103B8E1CDA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72180-84B1-40DA-9025-A19C6E3E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47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696" y="324908"/>
            <a:ext cx="1571871" cy="1137179"/>
          </a:xfrm>
        </p:spPr>
        <p:txBody>
          <a:bodyPr anchor="b"/>
          <a:lstStyle>
            <a:lvl1pPr>
              <a:defRPr sz="170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71925" y="701713"/>
            <a:ext cx="2467273" cy="3463433"/>
          </a:xfrm>
        </p:spPr>
        <p:txBody>
          <a:bodyPr anchor="t"/>
          <a:lstStyle>
            <a:lvl1pPr marL="0" indent="0">
              <a:buNone/>
              <a:defRPr sz="1706"/>
            </a:lvl1pPr>
            <a:lvl2pPr marL="243688" indent="0">
              <a:buNone/>
              <a:defRPr sz="1492"/>
            </a:lvl2pPr>
            <a:lvl3pPr marL="487375" indent="0">
              <a:buNone/>
              <a:defRPr sz="1279"/>
            </a:lvl3pPr>
            <a:lvl4pPr marL="731063" indent="0">
              <a:buNone/>
              <a:defRPr sz="1066"/>
            </a:lvl4pPr>
            <a:lvl5pPr marL="974750" indent="0">
              <a:buNone/>
              <a:defRPr sz="1066"/>
            </a:lvl5pPr>
            <a:lvl6pPr marL="1218438" indent="0">
              <a:buNone/>
              <a:defRPr sz="1066"/>
            </a:lvl6pPr>
            <a:lvl7pPr marL="1462126" indent="0">
              <a:buNone/>
              <a:defRPr sz="1066"/>
            </a:lvl7pPr>
            <a:lvl8pPr marL="1705813" indent="0">
              <a:buNone/>
              <a:defRPr sz="1066"/>
            </a:lvl8pPr>
            <a:lvl9pPr marL="1949501" indent="0">
              <a:buNone/>
              <a:defRPr sz="1066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5696" y="1462087"/>
            <a:ext cx="1571871" cy="2708698"/>
          </a:xfrm>
        </p:spPr>
        <p:txBody>
          <a:bodyPr/>
          <a:lstStyle>
            <a:lvl1pPr marL="0" indent="0">
              <a:buNone/>
              <a:defRPr sz="853"/>
            </a:lvl1pPr>
            <a:lvl2pPr marL="243688" indent="0">
              <a:buNone/>
              <a:defRPr sz="746"/>
            </a:lvl2pPr>
            <a:lvl3pPr marL="487375" indent="0">
              <a:buNone/>
              <a:defRPr sz="640"/>
            </a:lvl3pPr>
            <a:lvl4pPr marL="731063" indent="0">
              <a:buNone/>
              <a:defRPr sz="533"/>
            </a:lvl4pPr>
            <a:lvl5pPr marL="974750" indent="0">
              <a:buNone/>
              <a:defRPr sz="533"/>
            </a:lvl5pPr>
            <a:lvl6pPr marL="1218438" indent="0">
              <a:buNone/>
              <a:defRPr sz="533"/>
            </a:lvl6pPr>
            <a:lvl7pPr marL="1462126" indent="0">
              <a:buNone/>
              <a:defRPr sz="533"/>
            </a:lvl7pPr>
            <a:lvl8pPr marL="1705813" indent="0">
              <a:buNone/>
              <a:defRPr sz="533"/>
            </a:lvl8pPr>
            <a:lvl9pPr marL="1949501" indent="0">
              <a:buNone/>
              <a:defRPr sz="5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D114-5DA0-4D81-A177-E103B8E1CDA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72180-84B1-40DA-9025-A19C6E3E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36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D114-5DA0-4D81-A177-E103B8E1CDA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72180-84B1-40DA-9025-A19C6E3E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4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487688" y="259475"/>
            <a:ext cx="1050875" cy="4130172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5062" y="259475"/>
            <a:ext cx="3091706" cy="4130172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4D114-5DA0-4D81-A177-E103B8E1CDA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72180-84B1-40DA-9025-A19C6E3E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44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062" y="259476"/>
            <a:ext cx="4203502" cy="942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062" y="1297377"/>
            <a:ext cx="4203502" cy="3092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5062" y="4517130"/>
            <a:ext cx="1096566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04D114-5DA0-4D81-A177-E103B8E1CDAA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14389" y="4517130"/>
            <a:ext cx="1644848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441997" y="4517130"/>
            <a:ext cx="1096566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72180-84B1-40DA-9025-A19C6E3E4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3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7375" rtl="0" eaLnBrk="1" latinLnBrk="0" hangingPunct="1">
        <a:lnSpc>
          <a:spcPct val="90000"/>
        </a:lnSpc>
        <a:spcBef>
          <a:spcPct val="0"/>
        </a:spcBef>
        <a:buNone/>
        <a:defRPr sz="23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1844" indent="-121844" algn="l" defTabSz="487375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492" kern="1200">
          <a:solidFill>
            <a:schemeClr val="tx1"/>
          </a:solidFill>
          <a:latin typeface="+mn-lt"/>
          <a:ea typeface="+mn-ea"/>
          <a:cs typeface="+mn-cs"/>
        </a:defRPr>
      </a:lvl1pPr>
      <a:lvl2pPr marL="365531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2pPr>
      <a:lvl3pPr marL="609219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1066" kern="1200">
          <a:solidFill>
            <a:schemeClr val="tx1"/>
          </a:solidFill>
          <a:latin typeface="+mn-lt"/>
          <a:ea typeface="+mn-ea"/>
          <a:cs typeface="+mn-cs"/>
        </a:defRPr>
      </a:lvl3pPr>
      <a:lvl4pPr marL="852907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4pPr>
      <a:lvl5pPr marL="1096594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5pPr>
      <a:lvl6pPr marL="1340282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6pPr>
      <a:lvl7pPr marL="1583969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7pPr>
      <a:lvl8pPr marL="1827657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8pPr>
      <a:lvl9pPr marL="2071345" indent="-121844" algn="l" defTabSz="487375" rtl="0" eaLnBrk="1" latinLnBrk="0" hangingPunct="1">
        <a:lnSpc>
          <a:spcPct val="90000"/>
        </a:lnSpc>
        <a:spcBef>
          <a:spcPts val="267"/>
        </a:spcBef>
        <a:buFont typeface="Arial" panose="020B0604020202020204" pitchFamily="34" charset="0"/>
        <a:buChar char="•"/>
        <a:defRPr sz="9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1pPr>
      <a:lvl2pPr marL="243688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2pPr>
      <a:lvl3pPr marL="487375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3pPr>
      <a:lvl4pPr marL="731063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4pPr>
      <a:lvl5pPr marL="974750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5pPr>
      <a:lvl6pPr marL="1218438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6pPr>
      <a:lvl7pPr marL="1462126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7pPr>
      <a:lvl8pPr marL="1705813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8pPr>
      <a:lvl9pPr marL="1949501" algn="l" defTabSz="487375" rtl="0" eaLnBrk="1" latinLnBrk="0" hangingPunct="1">
        <a:defRPr sz="9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グラフィックス 4" descr="世界 枠線">
            <a:extLst>
              <a:ext uri="{FF2B5EF4-FFF2-40B4-BE49-F238E27FC236}">
                <a16:creationId xmlns:a16="http://schemas.microsoft.com/office/drawing/2014/main" id="{5BF9B50A-C064-F3D5-52E7-7D0FE1816B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4873625" cy="4873625"/>
          </a:xfrm>
          <a:prstGeom prst="rect">
            <a:avLst/>
          </a:prstGeom>
        </p:spPr>
      </p:pic>
      <p:pic>
        <p:nvPicPr>
          <p:cNvPr id="7" name="グラフィックス 6" descr="ビットコイン 枠線">
            <a:extLst>
              <a:ext uri="{FF2B5EF4-FFF2-40B4-BE49-F238E27FC236}">
                <a16:creationId xmlns:a16="http://schemas.microsoft.com/office/drawing/2014/main" id="{11593FAA-B1B3-E910-39E9-3133F6CDC5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1655" y="1496661"/>
            <a:ext cx="914400" cy="914400"/>
          </a:xfrm>
          <a:prstGeom prst="rect">
            <a:avLst/>
          </a:prstGeom>
        </p:spPr>
      </p:pic>
      <p:pic>
        <p:nvPicPr>
          <p:cNvPr id="9" name="グラフィックス 8" descr="ルピー 枠線">
            <a:extLst>
              <a:ext uri="{FF2B5EF4-FFF2-40B4-BE49-F238E27FC236}">
                <a16:creationId xmlns:a16="http://schemas.microsoft.com/office/drawing/2014/main" id="{8115C07D-D5E4-261F-9E2F-5FDC21D048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44" y="1496661"/>
            <a:ext cx="914400" cy="914400"/>
          </a:xfrm>
          <a:prstGeom prst="rect">
            <a:avLst/>
          </a:prstGeom>
        </p:spPr>
      </p:pic>
      <p:pic>
        <p:nvPicPr>
          <p:cNvPr id="11" name="グラフィックス 10" descr="元 枠線">
            <a:extLst>
              <a:ext uri="{FF2B5EF4-FFF2-40B4-BE49-F238E27FC236}">
                <a16:creationId xmlns:a16="http://schemas.microsoft.com/office/drawing/2014/main" id="{2D2785DB-1326-8FF8-6F3C-4B6AD316B1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1655" y="2477427"/>
            <a:ext cx="914400" cy="914400"/>
          </a:xfrm>
          <a:prstGeom prst="rect">
            <a:avLst/>
          </a:prstGeom>
        </p:spPr>
      </p:pic>
      <p:pic>
        <p:nvPicPr>
          <p:cNvPr id="13" name="グラフィックス 12" descr="ユーロ 枠線">
            <a:extLst>
              <a:ext uri="{FF2B5EF4-FFF2-40B4-BE49-F238E27FC236}">
                <a16:creationId xmlns:a16="http://schemas.microsoft.com/office/drawing/2014/main" id="{AA0B6E0C-BD73-CB8A-F226-5328C673BC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260" y="1496661"/>
            <a:ext cx="914400" cy="914400"/>
          </a:xfrm>
          <a:prstGeom prst="rect">
            <a:avLst/>
          </a:prstGeom>
        </p:spPr>
      </p:pic>
      <p:pic>
        <p:nvPicPr>
          <p:cNvPr id="15" name="グラフィックス 14" descr="ポンド 枠線">
            <a:extLst>
              <a:ext uri="{FF2B5EF4-FFF2-40B4-BE49-F238E27FC236}">
                <a16:creationId xmlns:a16="http://schemas.microsoft.com/office/drawing/2014/main" id="{60707003-67FE-4D6B-78E8-DD6C014115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92050" y="2477427"/>
            <a:ext cx="914400" cy="914400"/>
          </a:xfrm>
          <a:prstGeom prst="rect">
            <a:avLst/>
          </a:prstGeom>
        </p:spPr>
      </p:pic>
      <p:pic>
        <p:nvPicPr>
          <p:cNvPr id="17" name="グラフィックス 16" descr="ルーブル 枠線">
            <a:extLst>
              <a:ext uri="{FF2B5EF4-FFF2-40B4-BE49-F238E27FC236}">
                <a16:creationId xmlns:a16="http://schemas.microsoft.com/office/drawing/2014/main" id="{BC9E1D34-63EA-B655-4782-E2F070A7B6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260" y="2477427"/>
            <a:ext cx="914400" cy="914400"/>
          </a:xfrm>
          <a:prstGeom prst="rect">
            <a:avLst/>
          </a:prstGeom>
        </p:spPr>
      </p:pic>
      <p:pic>
        <p:nvPicPr>
          <p:cNvPr id="19" name="グラフィックス 18" descr="ドル 枠線">
            <a:extLst>
              <a:ext uri="{FF2B5EF4-FFF2-40B4-BE49-F238E27FC236}">
                <a16:creationId xmlns:a16="http://schemas.microsoft.com/office/drawing/2014/main" id="{1E365885-8F24-BEC0-4060-664551AADB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72444" y="2477427"/>
            <a:ext cx="914400" cy="914400"/>
          </a:xfrm>
          <a:prstGeom prst="rect">
            <a:avLst/>
          </a:prstGeom>
        </p:spPr>
      </p:pic>
      <p:pic>
        <p:nvPicPr>
          <p:cNvPr id="21" name="グラフィックス 20" descr="セント 枠線">
            <a:extLst>
              <a:ext uri="{FF2B5EF4-FFF2-40B4-BE49-F238E27FC236}">
                <a16:creationId xmlns:a16="http://schemas.microsoft.com/office/drawing/2014/main" id="{512A4A9D-9958-AE23-D30B-D9231E1016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92050" y="1496661"/>
            <a:ext cx="914400" cy="914400"/>
          </a:xfrm>
          <a:prstGeom prst="rect">
            <a:avLst/>
          </a:prstGeom>
        </p:spPr>
      </p:pic>
      <p:pic>
        <p:nvPicPr>
          <p:cNvPr id="23" name="グラフィックス 22" descr="離陸 単色塗りつぶし">
            <a:extLst>
              <a:ext uri="{FF2B5EF4-FFF2-40B4-BE49-F238E27FC236}">
                <a16:creationId xmlns:a16="http://schemas.microsoft.com/office/drawing/2014/main" id="{5DEE1017-A6F0-7EA0-2BA1-30CDFEB0A8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b="31589"/>
          <a:stretch>
            <a:fillRect/>
          </a:stretch>
        </p:blipFill>
        <p:spPr>
          <a:xfrm rot="20512799">
            <a:off x="523180" y="185177"/>
            <a:ext cx="133662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603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A243D3C-C4A4-365B-9EDA-5D36C7ADFA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423" b="20951"/>
          <a:stretch>
            <a:fillRect/>
          </a:stretch>
        </p:blipFill>
        <p:spPr>
          <a:xfrm>
            <a:off x="-16510" y="246221"/>
            <a:ext cx="4873625" cy="3347248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DA8A918-04BC-A08F-380E-38BCB8E0A92F}"/>
              </a:ext>
            </a:extLst>
          </p:cNvPr>
          <p:cNvSpPr/>
          <p:nvPr/>
        </p:nvSpPr>
        <p:spPr>
          <a:xfrm>
            <a:off x="-1" y="3684905"/>
            <a:ext cx="4873625" cy="1188720"/>
          </a:xfrm>
          <a:prstGeom prst="rect">
            <a:avLst/>
          </a:prstGeom>
          <a:solidFill>
            <a:srgbClr val="A188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グラフィックス 5" descr="鉛筆 単色塗りつぶし">
            <a:extLst>
              <a:ext uri="{FF2B5EF4-FFF2-40B4-BE49-F238E27FC236}">
                <a16:creationId xmlns:a16="http://schemas.microsoft.com/office/drawing/2014/main" id="{D61ADC0D-6CC2-D273-0622-A0C1648885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3684905"/>
            <a:ext cx="914400" cy="914400"/>
          </a:xfrm>
          <a:prstGeom prst="rect">
            <a:avLst/>
          </a:prstGeom>
        </p:spPr>
      </p:pic>
      <p:pic>
        <p:nvPicPr>
          <p:cNvPr id="8" name="グラフィックス 7" descr="フリップ式カレンダー 単色塗りつぶし">
            <a:extLst>
              <a:ext uri="{FF2B5EF4-FFF2-40B4-BE49-F238E27FC236}">
                <a16:creationId xmlns:a16="http://schemas.microsoft.com/office/drawing/2014/main" id="{28A38547-C43B-62B3-475D-DCEAD92340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805" y="3684905"/>
            <a:ext cx="914400" cy="914400"/>
          </a:xfrm>
          <a:prstGeom prst="rect">
            <a:avLst/>
          </a:prstGeom>
        </p:spPr>
      </p:pic>
      <p:pic>
        <p:nvPicPr>
          <p:cNvPr id="10" name="グラフィックス 9" descr="ドキュメント 単色塗りつぶし">
            <a:extLst>
              <a:ext uri="{FF2B5EF4-FFF2-40B4-BE49-F238E27FC236}">
                <a16:creationId xmlns:a16="http://schemas.microsoft.com/office/drawing/2014/main" id="{E6ECE616-6EBB-CBB9-D3B0-2F7ED0CC6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79611" y="3684905"/>
            <a:ext cx="914400" cy="914400"/>
          </a:xfrm>
          <a:prstGeom prst="rect">
            <a:avLst/>
          </a:prstGeom>
        </p:spPr>
      </p:pic>
      <p:pic>
        <p:nvPicPr>
          <p:cNvPr id="12" name="グラフィックス 11" descr="時計 単色塗りつぶし">
            <a:extLst>
              <a:ext uri="{FF2B5EF4-FFF2-40B4-BE49-F238E27FC236}">
                <a16:creationId xmlns:a16="http://schemas.microsoft.com/office/drawing/2014/main" id="{397E008C-1E99-D12F-3C71-4481AC7BBA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9417" y="3684905"/>
            <a:ext cx="914400" cy="914400"/>
          </a:xfrm>
          <a:prstGeom prst="rect">
            <a:avLst/>
          </a:prstGeom>
        </p:spPr>
      </p:pic>
      <p:pic>
        <p:nvPicPr>
          <p:cNvPr id="14" name="グラフィックス 13" descr="歯車 1 つ 単色塗りつぶし">
            <a:extLst>
              <a:ext uri="{FF2B5EF4-FFF2-40B4-BE49-F238E27FC236}">
                <a16:creationId xmlns:a16="http://schemas.microsoft.com/office/drawing/2014/main" id="{7C1510BF-77A8-3248-323B-D16F1BBE7B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9225" y="3684905"/>
            <a:ext cx="914400" cy="91440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0F38EE0-FF06-4589-E7C7-C27EB20C5020}"/>
              </a:ext>
            </a:extLst>
          </p:cNvPr>
          <p:cNvSpPr txBox="1"/>
          <p:nvPr/>
        </p:nvSpPr>
        <p:spPr>
          <a:xfrm>
            <a:off x="0" y="4627404"/>
            <a:ext cx="914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40BEDC8-156A-B9EC-480D-D9B75BDD26CE}"/>
              </a:ext>
            </a:extLst>
          </p:cNvPr>
          <p:cNvSpPr txBox="1"/>
          <p:nvPr/>
        </p:nvSpPr>
        <p:spPr>
          <a:xfrm>
            <a:off x="989806" y="4627404"/>
            <a:ext cx="914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Calendar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5FE0694-C101-4783-EA2B-266CCB20A8D1}"/>
              </a:ext>
            </a:extLst>
          </p:cNvPr>
          <p:cNvSpPr txBox="1"/>
          <p:nvPr/>
        </p:nvSpPr>
        <p:spPr>
          <a:xfrm>
            <a:off x="1979611" y="4627404"/>
            <a:ext cx="914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4DA3950-6DE4-794D-EDDE-DA540C6AC974}"/>
              </a:ext>
            </a:extLst>
          </p:cNvPr>
          <p:cNvSpPr txBox="1"/>
          <p:nvPr/>
        </p:nvSpPr>
        <p:spPr>
          <a:xfrm>
            <a:off x="2969418" y="4627404"/>
            <a:ext cx="914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072BB1D-24E6-2CBA-705E-00587AEF6C67}"/>
              </a:ext>
            </a:extLst>
          </p:cNvPr>
          <p:cNvSpPr txBox="1"/>
          <p:nvPr/>
        </p:nvSpPr>
        <p:spPr>
          <a:xfrm>
            <a:off x="3959225" y="4627404"/>
            <a:ext cx="914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</a:t>
            </a:r>
          </a:p>
        </p:txBody>
      </p:sp>
    </p:spTree>
    <p:extLst>
      <p:ext uri="{BB962C8B-B14F-4D97-AF65-F5344CB8AC3E}">
        <p14:creationId xmlns:p14="http://schemas.microsoft.com/office/powerpoint/2010/main" val="3383263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A446420E-8168-E70A-6953-64567A259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4" y="-324963"/>
            <a:ext cx="2737607" cy="4873625"/>
          </a:xfrm>
          <a:prstGeom prst="rect">
            <a:avLst/>
          </a:prstGeom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2654185-6E6F-B80B-D58C-B2A1430F47F9}"/>
              </a:ext>
            </a:extLst>
          </p:cNvPr>
          <p:cNvGrpSpPr/>
          <p:nvPr/>
        </p:nvGrpSpPr>
        <p:grpSpPr>
          <a:xfrm>
            <a:off x="341794" y="238181"/>
            <a:ext cx="4190035" cy="914400"/>
            <a:chOff x="341794" y="1782501"/>
            <a:chExt cx="4190035" cy="914400"/>
          </a:xfrm>
        </p:grpSpPr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B5B02C0F-15FF-839A-1007-F414941F0609}"/>
                </a:ext>
              </a:extLst>
            </p:cNvPr>
            <p:cNvSpPr/>
            <p:nvPr/>
          </p:nvSpPr>
          <p:spPr>
            <a:xfrm>
              <a:off x="341794" y="1782501"/>
              <a:ext cx="4190035" cy="9144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glow rad="63500">
                <a:schemeClr val="tx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4117244F-9C39-07DD-EFDA-228D4B0865E4}"/>
                </a:ext>
              </a:extLst>
            </p:cNvPr>
            <p:cNvSpPr txBox="1"/>
            <p:nvPr/>
          </p:nvSpPr>
          <p:spPr>
            <a:xfrm>
              <a:off x="770463" y="2296033"/>
              <a:ext cx="14813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Arial" panose="020B0604020202020204" pitchFamily="34" charset="0"/>
                  <a:cs typeface="Arial" panose="020B0604020202020204" pitchFamily="34" charset="0"/>
                </a:rPr>
                <a:t>YYYY-MM-DD</a:t>
              </a:r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C6560416-426C-8618-6E75-35E3AE8059E6}"/>
                </a:ext>
              </a:extLst>
            </p:cNvPr>
            <p:cNvSpPr txBox="1"/>
            <p:nvPr/>
          </p:nvSpPr>
          <p:spPr>
            <a:xfrm>
              <a:off x="770463" y="1847292"/>
              <a:ext cx="1215342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Remarks</a:t>
              </a:r>
            </a:p>
          </p:txBody>
        </p:sp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A5D06DBA-E45C-7B0E-DA6F-CA168EF2B20B}"/>
                </a:ext>
              </a:extLst>
            </p:cNvPr>
            <p:cNvSpPr/>
            <p:nvPr/>
          </p:nvSpPr>
          <p:spPr>
            <a:xfrm>
              <a:off x="468711" y="1896471"/>
              <a:ext cx="301752" cy="301752"/>
            </a:xfrm>
            <a:prstGeom prst="roundRect">
              <a:avLst/>
            </a:prstGeom>
            <a:solidFill>
              <a:srgbClr val="E4BDC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2BAE1A8-CAF4-3F4E-A2AC-6763751FBB14}"/>
                </a:ext>
              </a:extLst>
            </p:cNvPr>
            <p:cNvSpPr txBox="1"/>
            <p:nvPr/>
          </p:nvSpPr>
          <p:spPr>
            <a:xfrm>
              <a:off x="3050500" y="2234477"/>
              <a:ext cx="14813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X,XXX JPY</a:t>
              </a:r>
            </a:p>
          </p:txBody>
        </p:sp>
      </p:grp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40B8350B-29C1-B9CA-4917-CEE83DF99310}"/>
              </a:ext>
            </a:extLst>
          </p:cNvPr>
          <p:cNvSpPr/>
          <p:nvPr/>
        </p:nvSpPr>
        <p:spPr>
          <a:xfrm>
            <a:off x="341793" y="1666112"/>
            <a:ext cx="4190035" cy="201180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glow rad="63500">
              <a:schemeClr val="tx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DDF5589-9B54-7F29-5FB8-8E76CF32394B}"/>
              </a:ext>
            </a:extLst>
          </p:cNvPr>
          <p:cNvSpPr txBox="1"/>
          <p:nvPr/>
        </p:nvSpPr>
        <p:spPr>
          <a:xfrm>
            <a:off x="854281" y="2260546"/>
            <a:ext cx="148132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YYYY-MM-DD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38CCB91-EB1D-2E9F-CE82-A9D0C2AF8671}"/>
              </a:ext>
            </a:extLst>
          </p:cNvPr>
          <p:cNvSpPr txBox="1"/>
          <p:nvPr/>
        </p:nvSpPr>
        <p:spPr>
          <a:xfrm>
            <a:off x="854281" y="1777070"/>
            <a:ext cx="1280160" cy="3077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Remarks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ED132300-8673-7C7A-5A5F-9EDFF8EDE6A8}"/>
              </a:ext>
            </a:extLst>
          </p:cNvPr>
          <p:cNvSpPr/>
          <p:nvPr/>
        </p:nvSpPr>
        <p:spPr>
          <a:xfrm>
            <a:off x="468710" y="1780083"/>
            <a:ext cx="301752" cy="301752"/>
          </a:xfrm>
          <a:prstGeom prst="roundRect">
            <a:avLst/>
          </a:prstGeom>
          <a:solidFill>
            <a:srgbClr val="E4BD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2461B21-F6DF-C9EF-0775-67AB5D07F192}"/>
              </a:ext>
            </a:extLst>
          </p:cNvPr>
          <p:cNvSpPr txBox="1"/>
          <p:nvPr/>
        </p:nvSpPr>
        <p:spPr>
          <a:xfrm>
            <a:off x="3050500" y="3190466"/>
            <a:ext cx="1481328" cy="30777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X,XXX JPY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BEC9D2E-DB87-5619-47F6-B96A36019486}"/>
              </a:ext>
            </a:extLst>
          </p:cNvPr>
          <p:cNvSpPr txBox="1"/>
          <p:nvPr/>
        </p:nvSpPr>
        <p:spPr>
          <a:xfrm>
            <a:off x="3045272" y="2260546"/>
            <a:ext cx="109728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1AB1AF1-FB3C-7B3F-B21A-DCB433FAFACF}"/>
              </a:ext>
            </a:extLst>
          </p:cNvPr>
          <p:cNvSpPr txBox="1"/>
          <p:nvPr/>
        </p:nvSpPr>
        <p:spPr>
          <a:xfrm>
            <a:off x="854281" y="2728632"/>
            <a:ext cx="125272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Amount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C97EDD0-37D2-6BAA-5D96-F40C4C1F95A3}"/>
              </a:ext>
            </a:extLst>
          </p:cNvPr>
          <p:cNvSpPr txBox="1"/>
          <p:nvPr/>
        </p:nvSpPr>
        <p:spPr>
          <a:xfrm>
            <a:off x="1907867" y="2728632"/>
            <a:ext cx="125272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Currency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80B5D97-B753-C2E6-E939-54B0A294AD91}"/>
              </a:ext>
            </a:extLst>
          </p:cNvPr>
          <p:cNvSpPr txBox="1"/>
          <p:nvPr/>
        </p:nvSpPr>
        <p:spPr>
          <a:xfrm>
            <a:off x="3045272" y="2728632"/>
            <a:ext cx="125272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Rate</a:t>
            </a:r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94FDBE0E-395A-9339-56DD-FD9A23BD1DC8}"/>
              </a:ext>
            </a:extLst>
          </p:cNvPr>
          <p:cNvSpPr/>
          <p:nvPr/>
        </p:nvSpPr>
        <p:spPr>
          <a:xfrm>
            <a:off x="854281" y="3196491"/>
            <a:ext cx="914400" cy="301752"/>
          </a:xfrm>
          <a:prstGeom prst="roundRect">
            <a:avLst/>
          </a:prstGeom>
          <a:solidFill>
            <a:srgbClr val="A188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Edit</a:t>
            </a: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5A4FD334-BB61-08B4-EEE8-1C34FF2B9133}"/>
              </a:ext>
            </a:extLst>
          </p:cNvPr>
          <p:cNvSpPr/>
          <p:nvPr/>
        </p:nvSpPr>
        <p:spPr>
          <a:xfrm>
            <a:off x="1907867" y="3196491"/>
            <a:ext cx="914400" cy="301752"/>
          </a:xfrm>
          <a:prstGeom prst="roundRect">
            <a:avLst/>
          </a:prstGeom>
          <a:solidFill>
            <a:srgbClr val="A188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Delete</a:t>
            </a:r>
          </a:p>
        </p:txBody>
      </p:sp>
    </p:spTree>
    <p:extLst>
      <p:ext uri="{BB962C8B-B14F-4D97-AF65-F5344CB8AC3E}">
        <p14:creationId xmlns:p14="http://schemas.microsoft.com/office/powerpoint/2010/main" val="31636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</TotalTime>
  <Words>23</Words>
  <Application>Microsoft Office PowerPoint</Application>
  <PresentationFormat>ユーザー設定</PresentationFormat>
  <Paragraphs>17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Natsumi Masuda(増田　夏海)</dc:creator>
  <cp:lastModifiedBy>Natsumi Masuda(増田　夏海)</cp:lastModifiedBy>
  <cp:revision>5</cp:revision>
  <dcterms:created xsi:type="dcterms:W3CDTF">2026-09-21T05:26:16Z</dcterms:created>
  <dcterms:modified xsi:type="dcterms:W3CDTF">2026-09-21T14:26:28Z</dcterms:modified>
</cp:coreProperties>
</file>